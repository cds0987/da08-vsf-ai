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Work 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Eligible employees may work remotely up to three days per week.</a:t>
            </a:r>
          </a:p>
          <a:p>
            <a:r>
              <a:t>Remote days must be agreed with the line manager in advance.</a:t>
            </a:r>
          </a:p>
          <a:p>
            <a:r>
              <a:t>Core collaboration hours remain 10:00 to 15:00 on remote days.</a:t>
            </a:r>
          </a:p>
          <a:p>
            <a:r>
              <a:t>Equipment and a secure VPN connection are required when working remotely.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